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Primera diapositiva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Punto con acentos: canción</a:t>
            </a:r>
          </a:p>
          <a:p>
            <a:r>
              <a:t>Segundo punto</a:t>
            </a:r>
          </a:p>
        </p:txBody>
      </p:sp>
      <p:pic>
        <p:nvPicPr>
          <p:cNvPr id="4" name="Picture 3" descr="Gráfico de prueb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57600"/>
            <a:ext cx="27432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Segunda diapositiva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Tercera: sólo texto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prueba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